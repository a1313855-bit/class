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393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90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145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819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724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132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7250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83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63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587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7081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8682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2236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40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4902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122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864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2DBAA-0B39-4A03-BA82-CF5B55D30DEE}" type="datetimeFigureOut">
              <a:rPr lang="zh-TW" altLang="en-US" smtClean="0"/>
              <a:t>2025/1/21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5B7FA-4C75-460E-9B05-6DE3241C1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1677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SE Developer</a:t>
            </a:r>
            <a:br>
              <a:rPr lang="en-US" altLang="zh-TW" dirty="0"/>
            </a:br>
            <a:r>
              <a:rPr lang="en-US" altLang="zh-TW" dirty="0"/>
              <a:t>1z0-819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 smtClean="0"/>
              <a:t>江聖榮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630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Java.io.*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File</a:t>
            </a:r>
          </a:p>
          <a:p>
            <a:r>
              <a:rPr lang="zh-TW" altLang="en-US" dirty="0" smtClean="0"/>
              <a:t>純文字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Reader</a:t>
            </a:r>
          </a:p>
          <a:p>
            <a:pPr lvl="1"/>
            <a:r>
              <a:rPr lang="en-US" altLang="zh-TW" dirty="0" smtClean="0"/>
              <a:t>Writer</a:t>
            </a:r>
          </a:p>
          <a:p>
            <a:r>
              <a:rPr lang="zh-TW" altLang="en-US" dirty="0"/>
              <a:t>資料</a:t>
            </a:r>
            <a:r>
              <a:rPr lang="zh-TW" altLang="en-US" dirty="0" smtClean="0"/>
              <a:t>流</a:t>
            </a:r>
            <a:r>
              <a:rPr lang="en-US" altLang="zh-TW" dirty="0" smtClean="0"/>
              <a:t>stream</a:t>
            </a:r>
          </a:p>
          <a:p>
            <a:pPr lvl="1"/>
            <a:r>
              <a:rPr lang="en-US" altLang="zh-TW" dirty="0" err="1" smtClean="0"/>
              <a:t>OutputStream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InputStream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402" y="2253673"/>
            <a:ext cx="4129282" cy="4174960"/>
          </a:xfrm>
        </p:spPr>
      </p:pic>
    </p:spTree>
    <p:extLst>
      <p:ext uri="{BB962C8B-B14F-4D97-AF65-F5344CB8AC3E}">
        <p14:creationId xmlns:p14="http://schemas.microsoft.com/office/powerpoint/2010/main" val="125005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純文字檔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Writer</a:t>
            </a:r>
          </a:p>
          <a:p>
            <a:pPr lvl="1"/>
            <a:r>
              <a:rPr lang="en-US" altLang="zh-TW" dirty="0" err="1" smtClean="0"/>
              <a:t>FileWriter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內容</a:t>
            </a:r>
            <a:r>
              <a:rPr lang="zh-TW" altLang="en-US" dirty="0"/>
              <a:t>已</a:t>
            </a:r>
            <a:r>
              <a:rPr lang="zh-TW" altLang="en-US" dirty="0" smtClean="0"/>
              <a:t>包括</a:t>
            </a:r>
            <a:r>
              <a:rPr lang="en-US" altLang="zh-TW" dirty="0" smtClean="0"/>
              <a:t>File</a:t>
            </a:r>
          </a:p>
          <a:p>
            <a:r>
              <a:rPr lang="en-US" altLang="zh-TW" dirty="0" smtClean="0"/>
              <a:t>Reader</a:t>
            </a:r>
          </a:p>
          <a:p>
            <a:pPr lvl="1"/>
            <a:r>
              <a:rPr lang="en-US" altLang="zh-TW" dirty="0" err="1" smtClean="0"/>
              <a:t>FileReader</a:t>
            </a:r>
            <a:endParaRPr lang="zh-TW" alt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197" y="2400372"/>
            <a:ext cx="6459638" cy="3834172"/>
          </a:xfrm>
        </p:spPr>
      </p:pic>
    </p:spTree>
    <p:extLst>
      <p:ext uri="{BB962C8B-B14F-4D97-AF65-F5344CB8AC3E}">
        <p14:creationId xmlns:p14="http://schemas.microsoft.com/office/powerpoint/2010/main" val="368244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Stream</a:t>
            </a:r>
            <a:r>
              <a:rPr lang="zh-TW" altLang="en-US" dirty="0" smtClean="0"/>
              <a:t>資料流</a:t>
            </a:r>
            <a:r>
              <a:rPr lang="en-US" altLang="zh-TW" dirty="0" smtClean="0"/>
              <a:t>-</a:t>
            </a:r>
            <a:r>
              <a:rPr lang="zh-TW" altLang="en-US" dirty="0" smtClean="0"/>
              <a:t>串接應用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OutputStream</a:t>
            </a:r>
            <a:endParaRPr lang="en-US" altLang="zh-TW" dirty="0"/>
          </a:p>
          <a:p>
            <a:pPr lvl="1"/>
            <a:r>
              <a:rPr lang="en-US" altLang="zh-TW" dirty="0" err="1"/>
              <a:t>FileOutputStream</a:t>
            </a:r>
            <a:endParaRPr lang="en-US" altLang="zh-TW" dirty="0"/>
          </a:p>
          <a:p>
            <a:pPr lvl="1"/>
            <a:r>
              <a:rPr lang="en-US" altLang="zh-TW" dirty="0" err="1"/>
              <a:t>OutputStreamWriter</a:t>
            </a:r>
            <a:endParaRPr lang="en-US" altLang="zh-TW" dirty="0"/>
          </a:p>
          <a:p>
            <a:pPr lvl="1"/>
            <a:r>
              <a:rPr lang="en-US" altLang="zh-TW" dirty="0" err="1"/>
              <a:t>BufferedWriter</a:t>
            </a:r>
            <a:endParaRPr lang="en-US" altLang="zh-TW" dirty="0"/>
          </a:p>
          <a:p>
            <a:r>
              <a:rPr lang="en-US" altLang="zh-TW" dirty="0" err="1"/>
              <a:t>InputStream</a:t>
            </a:r>
            <a:endParaRPr lang="en-US" altLang="zh-TW" dirty="0"/>
          </a:p>
          <a:p>
            <a:pPr lvl="1"/>
            <a:r>
              <a:rPr lang="en-US" altLang="zh-TW" dirty="0" err="1"/>
              <a:t>FileInputstream</a:t>
            </a:r>
            <a:endParaRPr lang="en-US" altLang="zh-TW" dirty="0"/>
          </a:p>
          <a:p>
            <a:pPr lvl="1"/>
            <a:r>
              <a:rPr lang="en-US" altLang="zh-TW" dirty="0" err="1"/>
              <a:t>inputStreamReader</a:t>
            </a:r>
            <a:endParaRPr lang="en-US" altLang="zh-TW" dirty="0"/>
          </a:p>
          <a:p>
            <a:pPr lvl="1"/>
            <a:r>
              <a:rPr lang="en-US" altLang="zh-TW" dirty="0" err="1"/>
              <a:t>BufferedRReader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258" y="2659705"/>
            <a:ext cx="5047657" cy="2635502"/>
          </a:xfrm>
        </p:spPr>
      </p:pic>
    </p:spTree>
    <p:extLst>
      <p:ext uri="{BB962C8B-B14F-4D97-AF65-F5344CB8AC3E}">
        <p14:creationId xmlns:p14="http://schemas.microsoft.com/office/powerpoint/2010/main" val="2799173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與物件導向結合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err="1"/>
              <a:t>ObjectOutputStream</a:t>
            </a:r>
            <a:endParaRPr lang="en-US" altLang="zh-TW" dirty="0"/>
          </a:p>
          <a:p>
            <a:r>
              <a:rPr lang="en-US" altLang="zh-TW" dirty="0" err="1"/>
              <a:t>ObjectInputStream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93974319"/>
              </p:ext>
            </p:extLst>
          </p:nvPr>
        </p:nvGraphicFramePr>
        <p:xfrm>
          <a:off x="5179173" y="2487148"/>
          <a:ext cx="4912478" cy="2724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2478">
                  <a:extLst>
                    <a:ext uri="{9D8B030D-6E8A-4147-A177-3AD203B41FA5}">
                      <a16:colId xmlns:a16="http://schemas.microsoft.com/office/drawing/2014/main" val="3086005385"/>
                    </a:ext>
                  </a:extLst>
                </a:gridCol>
              </a:tblGrid>
              <a:tr h="439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Student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305828"/>
                  </a:ext>
                </a:extLst>
              </a:tr>
              <a:tr h="140758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r>
                        <a:rPr lang="en-US" altLang="zh-TW" dirty="0" err="1" smtClean="0"/>
                        <a:t>name:String</a:t>
                      </a:r>
                      <a:r>
                        <a:rPr lang="en-US" altLang="zh-TW" dirty="0" smtClean="0"/>
                        <a:t>;</a:t>
                      </a:r>
                    </a:p>
                    <a:p>
                      <a:r>
                        <a:rPr lang="en-US" altLang="zh-TW" dirty="0" smtClean="0"/>
                        <a:t>-</a:t>
                      </a:r>
                      <a:r>
                        <a:rPr lang="en-US" altLang="zh-TW" dirty="0" err="1" smtClean="0"/>
                        <a:t>chi:int</a:t>
                      </a:r>
                      <a:r>
                        <a:rPr lang="en-US" altLang="zh-TW" dirty="0" smtClean="0"/>
                        <a:t>;</a:t>
                      </a:r>
                    </a:p>
                    <a:p>
                      <a:r>
                        <a:rPr lang="en-US" altLang="zh-TW" dirty="0" smtClean="0"/>
                        <a:t>-</a:t>
                      </a:r>
                      <a:r>
                        <a:rPr lang="en-US" altLang="zh-TW" dirty="0" err="1" smtClean="0"/>
                        <a:t>eng:int</a:t>
                      </a:r>
                      <a:r>
                        <a:rPr lang="en-US" altLang="zh-TW" dirty="0" smtClean="0"/>
                        <a:t>;</a:t>
                      </a:r>
                    </a:p>
                    <a:p>
                      <a:r>
                        <a:rPr lang="en-US" altLang="zh-TW" dirty="0" smtClean="0"/>
                        <a:t>-</a:t>
                      </a:r>
                      <a:r>
                        <a:rPr lang="en-US" altLang="zh-TW" dirty="0" err="1" smtClean="0"/>
                        <a:t>sum:int</a:t>
                      </a:r>
                      <a:r>
                        <a:rPr lang="en-US" altLang="zh-TW" dirty="0" smtClean="0"/>
                        <a:t>;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166996"/>
                  </a:ext>
                </a:extLst>
              </a:tr>
              <a:tr h="43911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+Student(</a:t>
                      </a:r>
                      <a:r>
                        <a:rPr lang="zh-TW" altLang="en-US" dirty="0" smtClean="0"/>
                        <a:t>名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zh-TW" altLang="en-US" dirty="0" smtClean="0"/>
                        <a:t>國文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zh-TW" altLang="en-US" dirty="0" smtClean="0"/>
                        <a:t>英文</a:t>
                      </a:r>
                      <a:r>
                        <a:rPr lang="en-US" altLang="zh-TW" dirty="0" smtClean="0"/>
                        <a:t>);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713506"/>
                  </a:ext>
                </a:extLst>
              </a:tr>
              <a:tr h="43911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+show():void;//</a:t>
                      </a:r>
                      <a:r>
                        <a:rPr lang="zh-TW" altLang="en-US" dirty="0" smtClean="0"/>
                        <a:t>名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zh-TW" altLang="en-US" dirty="0" smtClean="0"/>
                        <a:t>國文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zh-TW" altLang="en-US" dirty="0" smtClean="0"/>
                        <a:t>英文</a:t>
                      </a:r>
                      <a:r>
                        <a:rPr lang="en-US" altLang="zh-TW" dirty="0" smtClean="0"/>
                        <a:t>,</a:t>
                      </a:r>
                      <a:r>
                        <a:rPr lang="zh-TW" altLang="en-US" dirty="0" smtClean="0"/>
                        <a:t>總分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831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497241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79</TotalTime>
  <Words>85</Words>
  <Application>Microsoft Office PowerPoint</Application>
  <PresentationFormat>寬螢幕</PresentationFormat>
  <Paragraphs>35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新細明體</vt:lpstr>
      <vt:lpstr>Arial</vt:lpstr>
      <vt:lpstr>Trebuchet MS</vt:lpstr>
      <vt:lpstr>柏林</vt:lpstr>
      <vt:lpstr>Java SE Developer 1z0-819</vt:lpstr>
      <vt:lpstr>Java.io.*</vt:lpstr>
      <vt:lpstr>純文字檔</vt:lpstr>
      <vt:lpstr>Stream資料流-串接應用</vt:lpstr>
      <vt:lpstr>與物件導向結合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SE Developer 1z0-819</dc:title>
  <dc:creator>student</dc:creator>
  <cp:lastModifiedBy>student</cp:lastModifiedBy>
  <cp:revision>6</cp:revision>
  <dcterms:created xsi:type="dcterms:W3CDTF">2025-01-21T02:50:46Z</dcterms:created>
  <dcterms:modified xsi:type="dcterms:W3CDTF">2025-01-21T04:09:50Z</dcterms:modified>
</cp:coreProperties>
</file>
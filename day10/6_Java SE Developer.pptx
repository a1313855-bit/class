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MK7Wb/tn1AT9VnSaDo832GufK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Google Shape;1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" name="Google Shape;1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2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2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3" name="Google Shape;2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4" name="Google Shape;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3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3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4" name="Google Shape;3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5" name="Google Shape;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4" name="Google Shape;4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5" name="Google Shape;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4" name="Google Shape;5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5" name="Google Shape;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6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6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16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7" name="Google Shape;6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8" name="Google Shape;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76" name="Google Shape;7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2" name="Google Shape;8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3" name="Google Shape;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9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3" name="Google Shape;9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4" name="Google Shape;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2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全景圖片 (含輔助字幕)">
  <p:cSld name="全景圖片 (含輔助字幕)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4" name="Google Shape;10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5" name="Google Shape;1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1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輔助字幕">
  <p:cSld name="標題與輔助字幕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5" name="Google Shape;11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6" name="Google Shape;1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輔助字幕)">
  <p:cSld name="引述 (含輔助字幕)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5" name="Google Shape;12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6" name="Google Shape;1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1" name="Google Shape;131;p23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2" name="Google Shape;132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lang="zh-TW" sz="7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lang="zh-TW" sz="7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8" name="Google Shape;13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9" name="Google Shape;1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2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欄">
  <p:cSld name="3 欄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8" name="Google Shape;14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9" name="Google Shape;1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25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5" name="Google Shape;155;p25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6" name="Google Shape;156;p25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7" name="Google Shape;157;p25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25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圖片欄">
  <p:cSld name="3 圖片欄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3" name="Google Shape;16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4" name="Google Shape;1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6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26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0" name="Google Shape;170;p26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26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26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3" name="Google Shape;173;p26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26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26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26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1" name="Google Shape;18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2" name="Google Shape;1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28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8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8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11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zh-TW"/>
              <a:t>Java SE Developer</a:t>
            </a:r>
            <a:br>
              <a:rPr lang="zh-TW"/>
            </a:br>
            <a:r>
              <a:rPr lang="zh-TW"/>
              <a:t>1z0-819</a:t>
            </a:r>
            <a:endParaRPr/>
          </a:p>
        </p:txBody>
      </p:sp>
      <p:sp>
        <p:nvSpPr>
          <p:cNvPr id="203" name="Google Shape;203;p1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zh-TW"/>
              <a:t>講師:江聖榮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Array陣列</a:t>
            </a:r>
            <a:endParaRPr/>
          </a:p>
        </p:txBody>
      </p:sp>
      <p:sp>
        <p:nvSpPr>
          <p:cNvPr id="209" name="Google Shape;209;p2"/>
          <p:cNvSpPr txBox="1"/>
          <p:nvPr>
            <p:ph idx="1" type="body"/>
          </p:nvPr>
        </p:nvSpPr>
        <p:spPr>
          <a:xfrm>
            <a:off x="680320" y="2194560"/>
            <a:ext cx="4698358" cy="381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也是</a:t>
            </a:r>
            <a:r>
              <a:rPr b="1" lang="zh-TW">
                <a:solidFill>
                  <a:srgbClr val="FFFF00"/>
                </a:solidFill>
              </a:rPr>
              <a:t>變數的名稱</a:t>
            </a:r>
            <a:r>
              <a:rPr lang="zh-TW">
                <a:solidFill>
                  <a:srgbClr val="FFFF00"/>
                </a:solidFill>
              </a:rPr>
              <a:t>,</a:t>
            </a:r>
            <a:r>
              <a:rPr lang="zh-TW"/>
              <a:t>多個相同類型的變數，可設定使用共同名稱，再搭配整數索引碼區別之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語法: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類型[] 陣列名稱=new 類型[n];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宣告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New:實體化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Stack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Heap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初始值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Ex: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Int[] x=new int[3];</a:t>
            </a:r>
            <a:endParaRPr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一張含有 文字, 螢幕擷取畫面, 字型, 行 的圖片" id="210" name="Google Shape;210;p2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2985" y="3781745"/>
            <a:ext cx="6448695" cy="134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陣列初始值建立的方式</a:t>
            </a:r>
            <a:endParaRPr/>
          </a:p>
        </p:txBody>
      </p:sp>
      <p:sp>
        <p:nvSpPr>
          <p:cNvPr id="216" name="Google Shape;216;p3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動態建立初始值</a:t>
            </a:r>
            <a:endParaRPr b="1">
              <a:solidFill>
                <a:srgbClr val="FFFF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使用new</a:t>
            </a:r>
            <a:r>
              <a:rPr lang="zh-TW"/>
              <a:t>的初始值規則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Int[] x=int[3];//x[0]=0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再個別給值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X[0]=10;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X[1]=20;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X[2]=30;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17" name="Google Shape;217;p3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靜態建立初始值</a:t>
            </a:r>
            <a:endParaRPr b="1">
              <a:solidFill>
                <a:srgbClr val="FFFF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不使用new</a:t>
            </a:r>
            <a:r>
              <a:rPr lang="zh-TW"/>
              <a:t>的初始值規則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Int[] x=new int[]{10,20,30};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陣列元素值取出的方式</a:t>
            </a:r>
            <a:endParaRPr/>
          </a:p>
        </p:txBody>
      </p:sp>
      <p:sp>
        <p:nvSpPr>
          <p:cNvPr id="223" name="Google Shape;223;p4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for(索引變數;boolean;變數運算)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{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陣列[索引變數]..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}</a:t>
            </a:r>
            <a:endParaRPr/>
          </a:p>
        </p:txBody>
      </p:sp>
      <p:sp>
        <p:nvSpPr>
          <p:cNvPr id="224" name="Google Shape;224;p4"/>
          <p:cNvSpPr txBox="1"/>
          <p:nvPr>
            <p:ph idx="2" type="body"/>
          </p:nvPr>
        </p:nvSpPr>
        <p:spPr>
          <a:xfrm>
            <a:off x="5594123" y="2336873"/>
            <a:ext cx="4700058" cy="4181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for-each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複製陣列的組成元素得值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ex;: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Int[] x=new int[3];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for(int o:x)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{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System.out.println(o)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X須為陣列的stack位址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陣列的長度,傳值,傳址(位址)</a:t>
            </a:r>
            <a:endParaRPr/>
          </a:p>
        </p:txBody>
      </p:sp>
      <p:sp>
        <p:nvSpPr>
          <p:cNvPr id="230" name="Google Shape;230;p5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length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Pass by value-&gt;copy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Pass by address-&gt;同一個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陣列長度無法再增加</a:t>
            </a:r>
            <a:endParaRPr/>
          </a:p>
        </p:txBody>
      </p:sp>
      <p:pic>
        <p:nvPicPr>
          <p:cNvPr descr="一張含有 文字, 螢幕擷取畫面, 字型, 行 的圖片" id="231" name="Google Shape;231;p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3594" y="2605231"/>
            <a:ext cx="4700588" cy="977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文字, 螢幕擷取畫面, 字型, 行 的圖片&#10;&#10;自動產生的描述" id="232" name="Google Shape;2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3594" y="4252769"/>
            <a:ext cx="4819898" cy="1028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陣列維度</a:t>
            </a:r>
            <a:endParaRPr/>
          </a:p>
        </p:txBody>
      </p:sp>
      <p:sp>
        <p:nvSpPr>
          <p:cNvPr id="238" name="Google Shape;238;p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樹狀結構分組概念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語法: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類型[][] 陣列名稱=new 類型[n][m];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先分n組,每組m個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Int[][] x=new int[2][3];</a:t>
            </a:r>
            <a:endParaRPr/>
          </a:p>
        </p:txBody>
      </p:sp>
      <p:pic>
        <p:nvPicPr>
          <p:cNvPr descr="一張含有 螢幕擷取畫面, 行 的圖片&#10;&#10;自動產生的描述" id="239" name="Google Shape;239;p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1935" y="2564780"/>
            <a:ext cx="6539745" cy="3144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多維陣列</a:t>
            </a:r>
            <a:endParaRPr/>
          </a:p>
        </p:txBody>
      </p:sp>
      <p:sp>
        <p:nvSpPr>
          <p:cNvPr id="245" name="Google Shape;245;p7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等長；對稱型每組數量一樣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46" name="Google Shape;2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9759" y="3478075"/>
            <a:ext cx="8831447" cy="2678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8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0" y="-1"/>
            <a:ext cx="12188824" cy="6858001"/>
          </a:xfrm>
          <a:prstGeom prst="rect">
            <a:avLst/>
          </a:prstGeom>
          <a:gradFill>
            <a:gsLst>
              <a:gs pos="0">
                <a:srgbClr val="F78121"/>
              </a:gs>
              <a:gs pos="50000">
                <a:srgbClr val="D54006"/>
              </a:gs>
              <a:gs pos="100000">
                <a:srgbClr val="8C0000"/>
              </a:gs>
            </a:gsLst>
            <a:lin ang="252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7" name="Google Shape;257;p8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/>
          <p:nvPr/>
        </p:nvSpPr>
        <p:spPr>
          <a:xfrm>
            <a:off x="2" y="609600"/>
            <a:ext cx="4959094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9" name="Google Shape;259;p8"/>
          <p:cNvSpPr txBox="1"/>
          <p:nvPr>
            <p:ph type="title"/>
          </p:nvPr>
        </p:nvSpPr>
        <p:spPr>
          <a:xfrm>
            <a:off x="680321" y="753228"/>
            <a:ext cx="4136123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</a:pPr>
            <a:r>
              <a:rPr lang="zh-TW" sz="2400"/>
              <a:t>多為陣列</a:t>
            </a:r>
            <a:endParaRPr/>
          </a:p>
        </p:txBody>
      </p:sp>
      <p:pic>
        <p:nvPicPr>
          <p:cNvPr id="260" name="Google Shape;2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" y="1970241"/>
            <a:ext cx="4956048" cy="19978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 txBox="1"/>
          <p:nvPr>
            <p:ph idx="1" type="body"/>
          </p:nvPr>
        </p:nvSpPr>
        <p:spPr>
          <a:xfrm>
            <a:off x="680321" y="2336873"/>
            <a:ext cx="4136123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 sz="1800"/>
              <a:t>不等長;非對稱🡪每組數量不一樣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descr="一張含有 文字, 圖表, 螢幕擷取畫面, 行 的圖片&#10;&#10;自動產生的描述" id="262" name="Google Shape;262;p8"/>
          <p:cNvPicPr preferRelativeResize="0"/>
          <p:nvPr>
            <p:ph idx="2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6184" y="609600"/>
            <a:ext cx="4682946" cy="560832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與物件導向結合應用</a:t>
            </a:r>
            <a:endParaRPr/>
          </a:p>
        </p:txBody>
      </p:sp>
      <p:pic>
        <p:nvPicPr>
          <p:cNvPr descr="一張含有 圖表, 螢幕擷取畫面, 行, 文字 的圖片&#10;&#10;自動產生的描述" id="268" name="Google Shape;268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3714" y="2381405"/>
            <a:ext cx="7044572" cy="3962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練習:學生陣列物件</a:t>
            </a:r>
            <a:endParaRPr/>
          </a:p>
        </p:txBody>
      </p:sp>
      <p:sp>
        <p:nvSpPr>
          <p:cNvPr id="274" name="Google Shape;274;p10"/>
          <p:cNvSpPr txBox="1"/>
          <p:nvPr>
            <p:ph idx="2" type="body"/>
          </p:nvPr>
        </p:nvSpPr>
        <p:spPr>
          <a:xfrm>
            <a:off x="5456173" y="2307323"/>
            <a:ext cx="47001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一維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二維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多維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等長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不等長</a:t>
            </a:r>
            <a:endParaRPr/>
          </a:p>
        </p:txBody>
      </p:sp>
      <p:pic>
        <p:nvPicPr>
          <p:cNvPr descr="一張含有 文字, 螢幕擷取畫面, 字型, 數字 的圖片&#10;&#10;自動產生的描述" id="275" name="Google Shape;275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7454" y="2236439"/>
            <a:ext cx="2777810" cy="3598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柏林">
  <a:themeElements>
    <a:clrScheme name="柏林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2025-01-05T12:49:38Z</dcterms:created>
  <dc:creator>allen chan</dc:creator>
</cp:coreProperties>
</file>
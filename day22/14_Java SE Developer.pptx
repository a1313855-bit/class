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96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86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48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61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57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99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5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13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55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04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518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3972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80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272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89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992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43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174B0-4075-4C10-BC4F-125D78C230B7}" type="datetimeFigureOut">
              <a:rPr lang="zh-TW" altLang="en-US" smtClean="0"/>
              <a:t>2025/2/2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418F-E803-47C1-8C72-5AF8A1F177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527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ED6C4B-32A3-5EB6-3D98-9814C1165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30D3AA-582C-A9B6-017C-41FC629B5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41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85B96F-2E97-DA36-0FDE-1E1F970E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SQL(structure query language)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0400C4-45DC-306B-9C53-40F3B35AF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3919112" cy="3599316"/>
          </a:xfrm>
        </p:spPr>
        <p:txBody>
          <a:bodyPr/>
          <a:lstStyle/>
          <a:p>
            <a:r>
              <a:rPr lang="en-US" altLang="zh-TW" dirty="0"/>
              <a:t>W3schools</a:t>
            </a:r>
          </a:p>
          <a:p>
            <a:r>
              <a:rPr lang="en-US" altLang="zh-TW" dirty="0" err="1"/>
              <a:t>DDL:Data</a:t>
            </a:r>
            <a:r>
              <a:rPr lang="en-US" altLang="zh-TW" dirty="0"/>
              <a:t> Definition Language		</a:t>
            </a:r>
          </a:p>
          <a:p>
            <a:r>
              <a:rPr lang="en-US" altLang="zh-TW" dirty="0" err="1"/>
              <a:t>DML:Data</a:t>
            </a:r>
            <a:r>
              <a:rPr lang="en-US" altLang="zh-TW" dirty="0"/>
              <a:t> Manipulation Language</a:t>
            </a:r>
          </a:p>
        </p:txBody>
      </p:sp>
      <p:pic>
        <p:nvPicPr>
          <p:cNvPr id="6" name="內容版面配置區 5" descr="一張含有 文字, 字型, 螢幕擷取畫面, 圖表 的圖片&#10;&#10;自動產生的描述">
            <a:extLst>
              <a:ext uri="{FF2B5EF4-FFF2-40B4-BE49-F238E27FC236}">
                <a16:creationId xmlns:a16="http://schemas.microsoft.com/office/drawing/2014/main" id="{DEE52F55-9A75-8E1B-6D6B-18D6DA7846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557" y="2496312"/>
            <a:ext cx="7009217" cy="2727783"/>
          </a:xfrm>
        </p:spPr>
      </p:pic>
    </p:spTree>
    <p:extLst>
      <p:ext uri="{BB962C8B-B14F-4D97-AF65-F5344CB8AC3E}">
        <p14:creationId xmlns:p14="http://schemas.microsoft.com/office/powerpoint/2010/main" val="159324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AB75CEB-2B81-0963-A058-531ECEAC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DDL</a:t>
            </a:r>
            <a:r>
              <a:rPr lang="zh-TW" altLang="en-US" dirty="0"/>
              <a:t>資料定義語言</a:t>
            </a:r>
            <a:r>
              <a:rPr lang="en-US" altLang="zh-TW" dirty="0"/>
              <a:t>: Data Definition Language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23EA6-4D15-2D9C-15BF-A5461D662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800" dirty="0"/>
              <a:t>MySQL </a:t>
            </a:r>
            <a:r>
              <a:rPr lang="zh-TW" altLang="en-US" sz="1800" dirty="0"/>
              <a:t>安裝</a:t>
            </a:r>
            <a:endParaRPr lang="en-US" altLang="zh-TW" sz="1800" dirty="0"/>
          </a:p>
          <a:p>
            <a:r>
              <a:rPr lang="en-US" altLang="zh-TW" sz="1800" dirty="0"/>
              <a:t>JDBC</a:t>
            </a:r>
            <a:r>
              <a:rPr lang="zh-TW" altLang="en-US" sz="1800" dirty="0"/>
              <a:t>只負責連線到資料庫</a:t>
            </a:r>
            <a:endParaRPr lang="en-US" altLang="zh-TW" sz="1800" dirty="0"/>
          </a:p>
          <a:p>
            <a:r>
              <a:rPr lang="zh-TW" altLang="en-US" sz="1800" dirty="0"/>
              <a:t>真正管理資料庫語法為</a:t>
            </a:r>
            <a:r>
              <a:rPr lang="en-US" altLang="zh-TW" sz="1800" dirty="0"/>
              <a:t>SQL</a:t>
            </a:r>
          </a:p>
          <a:p>
            <a:r>
              <a:rPr lang="en-US" altLang="zh-TW" sz="1800" dirty="0"/>
              <a:t>DDL</a:t>
            </a:r>
          </a:p>
          <a:p>
            <a:r>
              <a:rPr lang="zh-TW" altLang="en-US" sz="1800" dirty="0"/>
              <a:t>基本資料庫原理</a:t>
            </a:r>
          </a:p>
          <a:p>
            <a:pPr lvl="1"/>
            <a:r>
              <a:rPr lang="en-US" altLang="zh-TW" sz="1400" dirty="0"/>
              <a:t>Schema</a:t>
            </a:r>
            <a:r>
              <a:rPr lang="zh-TW" altLang="en-US" sz="1400" dirty="0"/>
              <a:t>新增資料庫</a:t>
            </a:r>
          </a:p>
          <a:p>
            <a:pPr lvl="1"/>
            <a:r>
              <a:rPr lang="en-US" altLang="zh-TW" sz="1400" dirty="0"/>
              <a:t>Table-&gt;</a:t>
            </a:r>
            <a:r>
              <a:rPr lang="zh-TW" altLang="en-US" sz="1400" dirty="0"/>
              <a:t>資料庫真正存放資料的地點</a:t>
            </a:r>
          </a:p>
          <a:p>
            <a:pPr lvl="1"/>
            <a:r>
              <a:rPr lang="zh-TW" altLang="en-US" sz="1400" dirty="0"/>
              <a:t>欄位名稱</a:t>
            </a:r>
            <a:r>
              <a:rPr lang="en-US" altLang="zh-TW" sz="1400" dirty="0"/>
              <a:t>,datatype</a:t>
            </a:r>
          </a:p>
          <a:p>
            <a:pPr lvl="1"/>
            <a:r>
              <a:rPr lang="zh-TW" altLang="en-US" sz="1400" dirty="0"/>
              <a:t>主索引</a:t>
            </a:r>
            <a:r>
              <a:rPr lang="en-US" altLang="zh-TW" sz="1400" dirty="0"/>
              <a:t>-</a:t>
            </a:r>
            <a:r>
              <a:rPr lang="en-US" altLang="zh-TW" sz="1400" dirty="0" err="1"/>
              <a:t>PK,Nn,AI</a:t>
            </a:r>
            <a:endParaRPr lang="en-US" altLang="zh-TW" sz="1400" dirty="0"/>
          </a:p>
          <a:p>
            <a:endParaRPr lang="en-US" altLang="zh-TW" sz="1800" dirty="0"/>
          </a:p>
          <a:p>
            <a:endParaRPr lang="en-US" altLang="zh-TW" sz="1800" dirty="0"/>
          </a:p>
        </p:txBody>
      </p:sp>
      <p:pic>
        <p:nvPicPr>
          <p:cNvPr id="11" name="內容版面配置區 10" descr="一張含有 文字, 螢幕擷取畫面, 字型, 品牌 的圖片&#10;&#10;自動產生的描述">
            <a:extLst>
              <a:ext uri="{FF2B5EF4-FFF2-40B4-BE49-F238E27FC236}">
                <a16:creationId xmlns:a16="http://schemas.microsoft.com/office/drawing/2014/main" id="{A45C82F7-E05E-4B5F-A55E-375BA6394A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000" y="2385978"/>
            <a:ext cx="6342436" cy="3171218"/>
          </a:xfrm>
        </p:spPr>
      </p:pic>
    </p:spTree>
    <p:extLst>
      <p:ext uri="{BB962C8B-B14F-4D97-AF65-F5344CB8AC3E}">
        <p14:creationId xmlns:p14="http://schemas.microsoft.com/office/powerpoint/2010/main" val="45486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0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4" name="Rectangle 16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0B06FA-2910-BC69-A0ED-DC775883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連線前須確定廠商提供 </a:t>
            </a:r>
            <a:r>
              <a:rPr lang="en-US" altLang="zh-TW" dirty="0"/>
              <a:t>Driver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2720AB-2EFB-C944-F8CD-DB5477E96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800" dirty="0" err="1"/>
              <a:t>Class.foName</a:t>
            </a:r>
            <a:r>
              <a:rPr lang="en-US" altLang="zh-TW" sz="1800" dirty="0"/>
              <a:t>()</a:t>
            </a:r>
          </a:p>
          <a:p>
            <a:r>
              <a:rPr lang="zh-TW" altLang="en-US" sz="1800" dirty="0"/>
              <a:t>檢查是否有廠商提供的</a:t>
            </a:r>
            <a:r>
              <a:rPr lang="en-US" altLang="zh-TW" sz="1800" dirty="0"/>
              <a:t>Driver</a:t>
            </a:r>
          </a:p>
          <a:p>
            <a:r>
              <a:rPr lang="en-US" altLang="zh-TW" sz="1800" dirty="0" err="1"/>
              <a:t>jdbc</a:t>
            </a:r>
            <a:r>
              <a:rPr lang="zh-TW" altLang="en-US" sz="1800" dirty="0"/>
              <a:t>連線前須準備好廠商提供的</a:t>
            </a:r>
            <a:r>
              <a:rPr lang="en-US" altLang="zh-TW" sz="1800" dirty="0"/>
              <a:t>driver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DB9FC84-4A72-EF25-983B-EA2C0422C5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5" y="2550014"/>
            <a:ext cx="6574910" cy="369838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83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0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4" name="Rectangle 16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53D4579-EBC9-6B21-0166-91783E28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Jdbc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en-US" altLang="zh-TW" dirty="0"/>
              <a:t>Java.sql.* API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DF6416-C8DC-71B4-B4A4-61C8830FC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4931045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000"/>
              <a:t>DriverManager</a:t>
            </a:r>
          </a:p>
          <a:p>
            <a:pPr lvl="1"/>
            <a:r>
              <a:rPr lang="en-US" altLang="zh-TW"/>
              <a:t>getConnection</a:t>
            </a:r>
          </a:p>
          <a:p>
            <a:pPr lvl="1"/>
            <a:r>
              <a:rPr lang="en-US" altLang="zh-TW"/>
              <a:t>url</a:t>
            </a:r>
          </a:p>
          <a:p>
            <a:pPr lvl="1"/>
            <a:r>
              <a:rPr lang="en-US" altLang="zh-TW"/>
              <a:t>User</a:t>
            </a:r>
          </a:p>
          <a:p>
            <a:pPr lvl="1"/>
            <a:r>
              <a:rPr lang="en-US" altLang="zh-TW"/>
              <a:t>password</a:t>
            </a:r>
          </a:p>
          <a:p>
            <a:r>
              <a:rPr lang="en-US" altLang="zh-TW" sz="2000"/>
              <a:t>Connection</a:t>
            </a:r>
          </a:p>
          <a:p>
            <a:r>
              <a:rPr lang="en-US" altLang="zh-TW" sz="2000"/>
              <a:t>Statement</a:t>
            </a:r>
          </a:p>
          <a:p>
            <a:r>
              <a:rPr lang="en-US" altLang="zh-TW" sz="2000"/>
              <a:t>PreparedStatement</a:t>
            </a:r>
          </a:p>
          <a:p>
            <a:r>
              <a:rPr lang="en-US" altLang="zh-TW" sz="2000"/>
              <a:t>ResultSet</a:t>
            </a:r>
          </a:p>
          <a:p>
            <a:endParaRPr lang="en-US" altLang="zh-TW" sz="2000"/>
          </a:p>
        </p:txBody>
      </p:sp>
      <p:pic>
        <p:nvPicPr>
          <p:cNvPr id="6" name="內容版面配置區 5" descr="一張含有 文字, 螢幕擷取畫面, 圓柱 的圖片&#10;&#10;自動產生的描述">
            <a:extLst>
              <a:ext uri="{FF2B5EF4-FFF2-40B4-BE49-F238E27FC236}">
                <a16:creationId xmlns:a16="http://schemas.microsoft.com/office/drawing/2014/main" id="{49079189-59C0-0EC0-8507-D36E6F7CB8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52" y="2183215"/>
            <a:ext cx="5328776" cy="415685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04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CF9CD-30EF-186A-33F1-4C23F569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DML</a:t>
            </a:r>
            <a:r>
              <a:rPr lang="zh-TW" altLang="en-US" sz="3200" dirty="0"/>
              <a:t>資料處理語言</a:t>
            </a:r>
            <a:r>
              <a:rPr lang="en-US" altLang="zh-TW" sz="3200" dirty="0"/>
              <a:t>:Data Manipulation Language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5FB841-3D8F-13A5-E8E2-C9636AA00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3754520" cy="3599316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Jdbc</a:t>
            </a:r>
            <a:r>
              <a:rPr lang="zh-TW" altLang="en-US" dirty="0"/>
              <a:t>負責將</a:t>
            </a:r>
            <a:r>
              <a:rPr lang="en-US" altLang="zh-TW" dirty="0" err="1"/>
              <a:t>sql</a:t>
            </a:r>
            <a:r>
              <a:rPr lang="zh-TW" altLang="en-US" dirty="0"/>
              <a:t>語法送到資料庫</a:t>
            </a:r>
            <a:endParaRPr lang="en-US" altLang="zh-TW" dirty="0"/>
          </a:p>
          <a:p>
            <a:r>
              <a:rPr lang="en-US" altLang="zh-TW" dirty="0"/>
              <a:t>SQL</a:t>
            </a:r>
            <a:r>
              <a:rPr lang="zh-TW" altLang="en-US" dirty="0"/>
              <a:t>管理</a:t>
            </a:r>
            <a:endParaRPr lang="en-US" altLang="zh-TW" dirty="0"/>
          </a:p>
          <a:p>
            <a:r>
              <a:rPr lang="en-US" altLang="zh-TW" dirty="0"/>
              <a:t>C</a:t>
            </a:r>
          </a:p>
          <a:p>
            <a:r>
              <a:rPr lang="en-US" altLang="zh-TW" dirty="0"/>
              <a:t>R</a:t>
            </a:r>
          </a:p>
          <a:p>
            <a:r>
              <a:rPr lang="en-US" altLang="zh-TW" dirty="0"/>
              <a:t>U</a:t>
            </a:r>
          </a:p>
          <a:p>
            <a:r>
              <a:rPr lang="en-US" altLang="zh-TW" dirty="0"/>
              <a:t>D</a:t>
            </a:r>
          </a:p>
        </p:txBody>
      </p:sp>
      <p:pic>
        <p:nvPicPr>
          <p:cNvPr id="14" name="內容版面配置區 1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DF7A7CE0-114A-DAC4-05C6-B07255572A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633" y="2743369"/>
            <a:ext cx="7198631" cy="3599316"/>
          </a:xfrm>
        </p:spPr>
      </p:pic>
    </p:spTree>
    <p:extLst>
      <p:ext uri="{BB962C8B-B14F-4D97-AF65-F5344CB8AC3E}">
        <p14:creationId xmlns:p14="http://schemas.microsoft.com/office/powerpoint/2010/main" val="143675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6C276B-B124-5ABD-4014-09831BB0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</a:t>
            </a:r>
            <a:r>
              <a:rPr lang="en-US" altLang="zh-TW" dirty="0"/>
              <a:t>SQL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49857C-86EF-E309-C6E5-97C5E35927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sz="3200" dirty="0"/>
              <a:t>Create</a:t>
            </a:r>
          </a:p>
          <a:p>
            <a:pPr lvl="1"/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Insert into </a:t>
            </a:r>
            <a:r>
              <a:rPr lang="zh-TW" altLang="en-US" dirty="0"/>
              <a:t>資料表</a:t>
            </a:r>
            <a:r>
              <a:rPr lang="en-US" altLang="zh-TW" dirty="0"/>
              <a:t>(</a:t>
            </a:r>
            <a:r>
              <a:rPr lang="zh-TW" altLang="en-US" dirty="0"/>
              <a:t>欄位</a:t>
            </a:r>
            <a:r>
              <a:rPr lang="en-US" altLang="zh-TW" dirty="0"/>
              <a:t>…..) values(</a:t>
            </a:r>
            <a:r>
              <a:rPr lang="zh-TW" altLang="en-US" dirty="0"/>
              <a:t>值</a:t>
            </a:r>
            <a:r>
              <a:rPr lang="en-US" altLang="zh-TW" dirty="0"/>
              <a:t>…..)</a:t>
            </a:r>
          </a:p>
          <a:p>
            <a:r>
              <a:rPr lang="en-US" altLang="zh-TW" sz="3200" dirty="0"/>
              <a:t>Read</a:t>
            </a:r>
          </a:p>
          <a:p>
            <a:pPr lvl="1"/>
            <a:r>
              <a:rPr lang="zh-TW" altLang="en-US" dirty="0"/>
              <a:t>語法</a:t>
            </a:r>
            <a:endParaRPr lang="en-US" altLang="zh-TW" dirty="0"/>
          </a:p>
          <a:p>
            <a:pPr lvl="1"/>
            <a:r>
              <a:rPr lang="en-US" altLang="zh-TW" dirty="0"/>
              <a:t>Select * from table</a:t>
            </a:r>
          </a:p>
          <a:p>
            <a:r>
              <a:rPr lang="en-US" altLang="zh-TW" sz="3200" dirty="0"/>
              <a:t>Update</a:t>
            </a:r>
          </a:p>
          <a:p>
            <a:pPr lvl="1"/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Update table set </a:t>
            </a:r>
            <a:r>
              <a:rPr lang="zh-TW" altLang="en-US" dirty="0"/>
              <a:t>欄位</a:t>
            </a:r>
            <a:r>
              <a:rPr lang="en-US" altLang="zh-TW" dirty="0"/>
              <a:t>=</a:t>
            </a:r>
            <a:r>
              <a:rPr lang="zh-TW" altLang="en-US" dirty="0"/>
              <a:t>新值</a:t>
            </a:r>
            <a:r>
              <a:rPr lang="en-US" altLang="zh-TW" dirty="0"/>
              <a:t>, ….. where id=?</a:t>
            </a:r>
          </a:p>
          <a:p>
            <a:r>
              <a:rPr lang="en-US" altLang="zh-TW" sz="3200" dirty="0"/>
              <a:t>Delete</a:t>
            </a:r>
          </a:p>
          <a:p>
            <a:pPr lvl="1"/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Delete from table</a:t>
            </a:r>
            <a:r>
              <a:rPr lang="zh-TW" altLang="en-US" dirty="0"/>
              <a:t> </a:t>
            </a:r>
            <a:r>
              <a:rPr lang="en-US" altLang="zh-TW" dirty="0"/>
              <a:t>where id=?</a:t>
            </a:r>
          </a:p>
          <a:p>
            <a:endParaRPr lang="en-US" altLang="zh-TW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99E32DEF-D6A8-A288-DD18-F99FDA315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2" y="2336873"/>
            <a:ext cx="4958053" cy="359931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sz="3200" dirty="0"/>
              <a:t>Java.sql.*</a:t>
            </a:r>
          </a:p>
          <a:p>
            <a:r>
              <a:rPr lang="en-US" altLang="zh-TW" sz="3200" dirty="0"/>
              <a:t>Statement</a:t>
            </a:r>
          </a:p>
          <a:p>
            <a:r>
              <a:rPr lang="en-US" altLang="zh-TW" sz="3200" dirty="0" err="1"/>
              <a:t>preparedStatement</a:t>
            </a:r>
            <a:endParaRPr lang="en-US" altLang="zh-TW" sz="3200" dirty="0"/>
          </a:p>
          <a:p>
            <a:r>
              <a:rPr lang="en-US" altLang="zh-TW" sz="3200" dirty="0" err="1"/>
              <a:t>ResultSet</a:t>
            </a:r>
            <a:endParaRPr lang="en-US" altLang="zh-TW" sz="3200" dirty="0"/>
          </a:p>
          <a:p>
            <a:endParaRPr lang="zh-TW" altLang="en-US" sz="3200" dirty="0"/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32028412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104</TotalTime>
  <Words>190</Words>
  <Application>Microsoft Office PowerPoint</Application>
  <PresentationFormat>寬螢幕</PresentationFormat>
  <Paragraphs>54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</vt:lpstr>
      <vt:lpstr>柏林</vt:lpstr>
      <vt:lpstr>Java SE Developer 1z0-819</vt:lpstr>
      <vt:lpstr>SQL(structure query language)</vt:lpstr>
      <vt:lpstr>DDL資料定義語言: Data Definition Language</vt:lpstr>
      <vt:lpstr>連線前須確定廠商提供 Driver</vt:lpstr>
      <vt:lpstr>JdbcJava.sql.* API</vt:lpstr>
      <vt:lpstr>DML資料處理語言:Data Manipulation Language</vt:lpstr>
      <vt:lpstr>基本SQL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allen chan</cp:lastModifiedBy>
  <cp:revision>11</cp:revision>
  <dcterms:created xsi:type="dcterms:W3CDTF">2025-01-20T13:21:18Z</dcterms:created>
  <dcterms:modified xsi:type="dcterms:W3CDTF">2025-02-02T16:23:43Z</dcterms:modified>
</cp:coreProperties>
</file>